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937635197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937635197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93763519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93763519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93763519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93763519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93763519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93763519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93763519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893763519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937635197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93763519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99050" y="1343400"/>
            <a:ext cx="8745900" cy="14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Time-Complexity of Key-Insertion in Python Dicts</a:t>
            </a:r>
            <a:endParaRPr b="1" sz="398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772750" y="2885425"/>
            <a:ext cx="38598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Rob Orsini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2849" y="866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675" y="1267900"/>
            <a:ext cx="8839204" cy="221843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35875" y="597300"/>
            <a:ext cx="7416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Data summary from five runs (1k more per)</a:t>
            </a:r>
            <a:endParaRPr b="1" sz="23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425" y="656600"/>
            <a:ext cx="5627101" cy="422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033" y="370025"/>
            <a:ext cx="2383366" cy="17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2850" y="386424"/>
            <a:ext cx="2463101" cy="184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9398" y="370025"/>
            <a:ext cx="2463099" cy="18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2847" y="2635425"/>
            <a:ext cx="2463101" cy="18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9400" y="2635425"/>
            <a:ext cx="2463101" cy="1847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4000" y="479675"/>
            <a:ext cx="5672650" cy="42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685975" y="379700"/>
            <a:ext cx="7359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0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A plot of mean and standard deviation per bucket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880950" y="799500"/>
            <a:ext cx="73821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b="1" lang="en" sz="24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t</a:t>
            </a:r>
            <a:r>
              <a:rPr b="1" lang="en" sz="24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ime-complexity of key-insertion in Python dictionaries is constant time, or..</a:t>
            </a:r>
            <a:endParaRPr b="1" sz="248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205725" y="1793100"/>
            <a:ext cx="2641200" cy="2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700">
                <a:solidFill>
                  <a:srgbClr val="3C78D8"/>
                </a:solidFill>
              </a:rPr>
              <a:t>O</a:t>
            </a:r>
            <a:r>
              <a:rPr b="1" lang="en" sz="6800">
                <a:solidFill>
                  <a:srgbClr val="3C78D8"/>
                </a:solidFill>
              </a:rPr>
              <a:t>(</a:t>
            </a:r>
            <a:r>
              <a:rPr b="1" lang="en" sz="8000">
                <a:solidFill>
                  <a:srgbClr val="3C78D8"/>
                </a:solidFill>
              </a:rPr>
              <a:t>1</a:t>
            </a:r>
            <a:r>
              <a:rPr b="1" lang="en" sz="6800">
                <a:solidFill>
                  <a:srgbClr val="3C78D8"/>
                </a:solidFill>
              </a:rPr>
              <a:t>)</a:t>
            </a:r>
            <a:endParaRPr b="1" sz="6800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000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