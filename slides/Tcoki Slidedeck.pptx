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893763519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893763519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8953c4cc4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8953c4cc4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893763519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893763519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8953c4cc4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8953c4cc4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953c4cc47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953c4cc47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8937635197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8937635197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99050" y="1343400"/>
            <a:ext cx="8745900" cy="14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98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Time-Complexity of Key-Insertion in Python Dicts</a:t>
            </a:r>
            <a:endParaRPr b="1" sz="398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772750" y="2885425"/>
            <a:ext cx="38598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Rob Orsini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8433" y="1513025"/>
            <a:ext cx="2383366" cy="17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9050" y="919824"/>
            <a:ext cx="2463101" cy="184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5598" y="903425"/>
            <a:ext cx="2463099" cy="184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69047" y="2864025"/>
            <a:ext cx="2463101" cy="184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35600" y="2864025"/>
            <a:ext cx="2463101" cy="184733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285225" y="378550"/>
            <a:ext cx="1740600" cy="13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(0,  </a:t>
            </a: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1000)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(1000, 2000)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(2000, 3000)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(3000, 4000)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4000, 5000)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131400" y="218300"/>
            <a:ext cx="47472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2618925" y="302350"/>
            <a:ext cx="55581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Initial bucket sizes showed O(1)</a:t>
            </a:r>
            <a:endParaRPr sz="17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75" y="1589225"/>
            <a:ext cx="2463101" cy="1847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6650" y="872525"/>
            <a:ext cx="2603850" cy="1952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0800" y="838725"/>
            <a:ext cx="2603850" cy="195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44444" y="2862495"/>
            <a:ext cx="2535875" cy="190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52291" y="2825425"/>
            <a:ext cx="2686909" cy="201517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478925" y="387025"/>
            <a:ext cx="191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(1, 10)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(10, 100)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(100, 1000)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(1000, 10000)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(10000, 100000)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932800" y="271450"/>
            <a:ext cx="70332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Exponentially larger buckets indicate</a:t>
            </a:r>
            <a:r>
              <a:rPr b="1" lang="en" sz="2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 O(1)</a:t>
            </a:r>
            <a:endParaRPr sz="17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1255625" y="488150"/>
            <a:ext cx="6699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Data summary from five bucket runs</a:t>
            </a:r>
            <a:endParaRPr b="1" sz="230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44350"/>
            <a:ext cx="9143997" cy="2326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556250" y="289075"/>
            <a:ext cx="80472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Plots</a:t>
            </a:r>
            <a:r>
              <a:rPr b="1" lang="en" sz="2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 of mean and standard deviation per bucket</a:t>
            </a:r>
            <a:endParaRPr sz="17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725" y="1081675"/>
            <a:ext cx="2290101" cy="17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0550" y="1005475"/>
            <a:ext cx="2506450" cy="18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3150" y="918737"/>
            <a:ext cx="2622099" cy="1966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40550" y="2955325"/>
            <a:ext cx="2506450" cy="1879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69575" y="2961500"/>
            <a:ext cx="2506442" cy="187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1165850" y="441475"/>
            <a:ext cx="69990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b="1" lang="en" sz="2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ean and standard deviation summarized</a:t>
            </a:r>
            <a:endParaRPr sz="17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574" y="891300"/>
            <a:ext cx="5110966" cy="38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1088525" y="1377625"/>
            <a:ext cx="1911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(1, 10)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(10, 100)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(100, 1000)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(1000, 10000)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 Mono"/>
                <a:ea typeface="Roboto Mono"/>
                <a:cs typeface="Roboto Mono"/>
                <a:sym typeface="Roboto Mono"/>
              </a:rPr>
              <a:t>(10000, 100000)</a:t>
            </a:r>
            <a:endParaRPr b="1">
              <a:solidFill>
                <a:srgbClr val="8E7CC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86325"/>
            <a:ext cx="2023849" cy="13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1070425" y="614150"/>
            <a:ext cx="56487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8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b="1" lang="en" sz="218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 t</a:t>
            </a:r>
            <a:r>
              <a:rPr b="1" lang="en" sz="218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ime-complexity of key-insertion in Python dictionaries is constant complexity.</a:t>
            </a:r>
            <a:endParaRPr b="1" sz="218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5129250" y="363975"/>
            <a:ext cx="2250900" cy="17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0">
                <a:solidFill>
                  <a:srgbClr val="3C78D8"/>
                </a:solidFill>
              </a:rPr>
              <a:t>O</a:t>
            </a:r>
            <a:r>
              <a:rPr b="1" lang="en" sz="5100">
                <a:solidFill>
                  <a:srgbClr val="3C78D8"/>
                </a:solidFill>
              </a:rPr>
              <a:t>(1)</a:t>
            </a:r>
            <a:endParaRPr b="1" sz="5100">
              <a:solidFill>
                <a:srgbClr val="3C78D8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2652700" y="2343000"/>
            <a:ext cx="57990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8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However, as</a:t>
            </a:r>
            <a:r>
              <a:rPr b="1" lang="en" sz="208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 the dictionary size gets very large the time-complexity approaches linear complexity. </a:t>
            </a:r>
            <a:endParaRPr b="1" sz="208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5635900" y="3284150"/>
            <a:ext cx="16494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800">
                <a:solidFill>
                  <a:srgbClr val="3C78D8"/>
                </a:solidFill>
              </a:rPr>
              <a:t>O</a:t>
            </a:r>
            <a:r>
              <a:rPr b="1" lang="en" sz="2900">
                <a:solidFill>
                  <a:srgbClr val="3C78D8"/>
                </a:solidFill>
              </a:rPr>
              <a:t>(N)</a:t>
            </a:r>
            <a:endParaRPr b="1" sz="2900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000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